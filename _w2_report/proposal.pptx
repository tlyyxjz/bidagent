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为供应链金融机构提供招投标数据聚合与供应商信用评分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4572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425196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8463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路线图与团队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P.26-28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小时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高漏报率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低效率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5166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错失机会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将"跨 30 平台人工查公告做风控"从 2-4 小时压缩到几分钟，且每条数据有原文证据可追溯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类基准价格库，识别围标/劣质供货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条规则扫描资质与条款隐患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活跃度/中标率/偏离度三维度加权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+ 废标 + 信用评分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Agent 职责单一、技术栈清晰，金融分析 Agent 独立成卖点，与 AI+金融赛道主题完美契合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V3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 + 市场均价 ±std 判定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underpriced/overpriced/normal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基准品类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79476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条规则覆盖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排他性资质/付款风险/交货期/资质门槛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含否定语境检测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风险规则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7512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三维度加权评分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 30% + 中标率 40% + 偏离度 30%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SupplierRiskReport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30/40/30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权重分配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代码：app/agents/finance_agent.py + app/processors/{boq_engine,risk_engine,supplier_risk}.py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 5 槽位：关键词/地区/预算/时间/品类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异常 + 废标风险 + 信用评分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 三组消融实验（22 篇金标）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C(1.94%)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BOQ 异常检测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类基准价格库识别报价偏离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低价中标可能存在围标/劣质供货风险，难系统化识别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类常见采购品类基准价格库（充电桩/服务器/电脑/交换机等）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正则提取"数量+单位+品名"和"品名+数量+单位"两种模式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按市场均价 ±std 判定 underpriced/overpriced/normal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基准价格品类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代码：app/processors/boq_engine.py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废标风险预警 + 供应商信用评分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 + 三维度加权评分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废标风险难发现；供应商信用评估依赖人工经验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废标风险预警：18 条规则覆盖排他性资质/付款风险/交货期/资质门槛，含否定语境检测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供应商信用评分：活跃度 30% + 中标率 40% + 偏离度 30% 加权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+ 3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 + 评分维度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609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项测试通过 · 1 项跳过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extractor.py 覆盖率 98%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evidence_locator / field_validator / normalizer 88-99%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W2 证据验证闭环测试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W2-08 消融实验 A/B/C 三组对比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组（无证据）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组（不验证）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组（完整）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unjustified_rate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结论：unjustified_rate A(100%) → C(1.94%)，证据验证显著抑制无依据输出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W2-09 证据定位指标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69.90%  ·  precision 60.63%  ·  iou_avg 0.5307  ·  P50=0.96/P95=1.0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金标：22 篇 × 6 字段 = 132 字段，模型 deepseek-v4-flash，max_tokens=8000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dict+TTL+LRU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9476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不接入央行征信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0.5307 边界质量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基准价格库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类采购品类 + ±std 预警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app/processors/boq_engine.py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路线图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0"/>
            <a:ext cx="8229600" cy="36576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893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 演进规划：前端升级 React + TypeScript + Vite，支持多页面路由和状态管理，为 SaaS 商用做准备；evidence API 补齐，前端切回真实接口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7.16 - 8.16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788920"/>
            <a:ext cx="178308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10896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作品简介 500 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 PPT 28 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合规边界声明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7548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视频录制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复赛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2044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8.25 - 9.23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94760" y="2788920"/>
            <a:ext cx="178308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完善 + 多轮交互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知识库/RAG 接入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视频升级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66160" y="475488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代码开源准备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决赛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9.22 - 9.23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788920"/>
            <a:ext cx="1783080" cy="0"/>
          </a:xfrm>
          <a:prstGeom prst="line">
            <a:avLst/>
          </a:prstGeom>
          <a:noFill/>
          <a:ln w="12700">
            <a:solidFill>
              <a:srgbClr val="5A6B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46520" y="310896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路演 PPT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46520" y="365760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 Demo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杭州线下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475488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最终工程材料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智汇标讯 · AI+金融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0" y="246888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2064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 · 豆包 Turbo · 豆包审查 Prompt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4114800" y="36576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13566878907@163.com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2026-07-28T01:09:20Z</dcterms:created>
  <dcterms:modified xsi:type="dcterms:W3CDTF">2026-07-28T01:09:20Z</dcterms:modified>
</cp:coreProperties>
</file>