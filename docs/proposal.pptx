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智能标讯助手 · AI+金融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1828800" cy="45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为供应链金融机构提供招投标数据聚合与供应商信用评分 API 的 AI Agent 应用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GOAI 世界人工智能开源大赛 · 无界应用赛道 · AI+金融方向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团队：标小智  ·  徐浚钊  ·  王祯明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8 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457200"/>
            <a:ext cx="914400" cy="45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P.3-7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7772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 Agent 协同架构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P.8-12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7772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产品体验与 Demo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063240"/>
            <a:ext cx="7772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54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六大技术亮点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0" y="3200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P.14-19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7772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测试与质量保障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3794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P.20-23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251960"/>
            <a:ext cx="7772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343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5448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安全合规与开放复用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P.24-25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846320"/>
            <a:ext cx="77724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937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5448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路线图与团队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0" y="4983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P.26-28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项目背景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招投标信息分散在 30+ 平台，形成数据孤岛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ccgp.gov.cn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中国政府采购网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25400">
            <a:solidFill>
              <a:srgbClr val="5A6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chinabidding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中国招标投标网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ggzy.gov.cn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公共资源交易平台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29184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25400">
            <a:solidFill>
              <a:srgbClr val="5A6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vip.qianlima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3886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千里马招标网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金融机构评估供应商信用时，需人工跨平台检索、比对报价、核查中标记录，耗时且易遗漏风险信号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用户痛点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人工检索耗时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30 个平台人工查供应商中标记录，单次尽调 2-4 小时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5544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小时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风险信号遗漏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报价异常/废标风险/供应商信用难系统化分析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7432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高漏报率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重复劳动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同一招标公告多平台重复出现，人工筛选困难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低效率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074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错过截止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349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招标截止时间各异，没有提醒机制容易错过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51206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5166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错失机会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目标用户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核心用户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供应链金融机构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痛点：供应商信用评估耗时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A6B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554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高频用户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投标企业 BD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痛点：找不到能投的项目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840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企业用户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招标代理公司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4937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痛点：客户要中标分析报告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657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5A6B8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840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企业用户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4389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财税咨询公司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37760" y="4937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痛点：客户问对手中标情况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市场规模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招投标信息平台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0" cy="274320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2-4h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48463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人工单次尽调耗时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价值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将"跨 30 平台人工查公告做风控"从 2-4 小时压缩到几分钟，且每条数据有原文证据可追溯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解决方案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一句话需求 → Word 报告 + 邮件推送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468880"/>
            <a:ext cx="274320" cy="365760"/>
          </a:xfrm>
          <a:prstGeom prst="rightArrow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 Agent 协同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468880"/>
            <a:ext cx="274320" cy="365760"/>
          </a:xfrm>
          <a:prstGeom prst="rightArrow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报告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2468880"/>
            <a:ext cx="274320" cy="365760"/>
          </a:xfrm>
          <a:prstGeom prst="rightArrow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22860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377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邮件推送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三大差异化能力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报价异常检测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4206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类基准价格库，识别围标/劣质供货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废标风险预警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条规则扫描资质与条款隐患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486400"/>
            <a:ext cx="365760" cy="3657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供应商信用评分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840480" y="5486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活跃度/中标率/偏离度三维度加权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六 Agent 协同架构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意图解析 Agent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2618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 → 5 槽位 + 多轮追问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842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采集执行 Agent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平台并行抓取 + 登录态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487168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688336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3405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7340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数据加工 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27614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字段对齐 + 分类 + 相关性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36976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3814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8386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4838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质量保障 Agent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35112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SimHash 去重 + 反幻觉校验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986784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87952"/>
            <a:ext cx="502920" cy="5029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336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42336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金融分析 Agent 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0" y="42611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+ 废标 + 信用评分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736592"/>
            <a:ext cx="137160" cy="137160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9377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834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43000" y="4983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报告交付 Agent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0" y="5010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+ SMTP + Webhook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Agent 职责单一、技术栈清晰，金融分析 Agent 独立成卖点，与 AI+金融赛道主题完美契合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① 意图解析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用户说"找上海最近7天的IT采购项目" → 拆解为 5 槽位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核心职责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自然语言查询解析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关键词降级兜底（LLM 不可用时走规则匹配）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多轮追问（slot 缺失时反问用户）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ParsedFilters（query/region/budget/time/category）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DeepSeek V3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Pydantic Schema 校验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关键词正则降级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代码文件：app/agents/intent_agent.py + app/llm/parser.py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② 采集执行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调度多平台采集器并行抓取，管理登录态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核心职责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平台并行采集（ccgp/chinabidding/ggzy/千里马）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千里马登录态采集（16 cookies 持久化实测通过）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浏览器反检测 + 浏览器池复用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任务状态上报（progress/started_at/completed_at）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Playwright + patchright stealth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SessionManager storage_state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BrowserPool 信号量有界池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代码文件：app/agents/collector_agent.py + app/templates/*.py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③④ 数据加工 + 质量保障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字段对齐 → 分类标注 → SimHash 去重 → 反幻觉校验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核心职责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字段对齐（不同平台字段名映射到统一 schema）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分类标注（IT/工程/医疗等品类）+ 相关性评分（TF-IDF）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SimHash 64 位去重（汉明距离 ≤ 3）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反幻觉校验（金额/日期归一化 + 原文事实比对，无出处一律丢弃）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jieba 分词 + SimHash 64 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金额万元/亿元转元 + 日期 ISO 8601 归一化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NOT EXISTS 增量查询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代码文件：app/agents/{processor,quality}_agent.py + app/processors/{simhash,hallucination_checker}.py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⑤ 金融分析 Agent（核心）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报价异常检测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17830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类基准价格库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正则提取 + 市场均价 ±std 判定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underpriced/overpriced/normal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389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类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基准品类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554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废标风险预警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94760" y="2286000"/>
            <a:ext cx="17830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4688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条规则覆盖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排他性资质/付款风险/交货期/资质门槛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含否定语境检测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4389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74720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风险规则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697480" cy="41148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5544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供应商信用评分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5120" y="2286000"/>
            <a:ext cx="17830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4688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三维度加权评分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活跃度 30% + 中标率 40% + 偏离度 30%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 SupplierRiskReport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43891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30/40/30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55080" y="5029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权重分配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已剔除伪造的联邦学习代码（PPT 不讲联邦学习，避免答辩翻车）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代码：app/agents/finance_agent.py + app/processors/{boq_engine,risk_engine,supplier_risk}.py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产品体验与 Demo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"找上海最近7天IT采购项目，预算100万以上"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意图解析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 5 槽位：关键词/地区/预算/时间/品类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554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采集进度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平台并行采集，实时进度条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0876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0876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94360" y="4526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数据加工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 + 反幻觉校验，展示丢弃条数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37560" y="3657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474720" y="4526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金融分析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0440" y="4937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异常 + 废标风险 + 信用评分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65760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69480" y="38404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3886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355080" y="45262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报告交付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4937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报告下载 + 邮件推送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T1 反检测与登录态持久化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patchright + stealth 抹平浏览器指纹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招投标平台对自动化访问有反爬检测，普通 Playwright 易被识别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patchright + stealth 注入抹平浏览器指纹，storage_state 持久化会话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千里马 16 cookies 实测通过，401 自动重登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实测通过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代码：app/core/{anti_detect,session_manager}.py + app/templates/qianlima_login.py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T2 SimHash 去重 + 反幻觉校验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64位指纹去重 + 原文事实比对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同一公告多平台重复出现；LLM 抽取字段可能编造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SimHash 64 位指纹去重（汉明距离 ≤ 3 视为重复）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反幻觉校验：金额归一化 + 日期归一化 + 原文事实比对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找不到出处的字段一律丢弃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汉明距离阈值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代码：app/processors/{simhash,hallucination_checker}.py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T3 证据验证闭环（W2 核心）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级降级匹配 + IoU 评测 + 消融实验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抽取的证据文本可能多空格/少标点，无法直接定位原文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级降级匹配：L1 精确 → L2 去空白 → L3 去标点 → L4 核心子串 → L5 失败标记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双坐标映射（normalized_index ↔ raw_index）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边界质量评测 + A/B/C 三组消融实验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 B &lt; C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消融实验分层验证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代码：app/processors/{normalizer,evidence_locator,field_validator}.py + scripts/eval_*.py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T4 BOQ 异常检测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类基准价格库识别报价偏离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低价中标可能存在围标/劣质供货风险，难系统化识别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类常见采购品类基准价格库（充电桩/服务器/电脑/交换机等）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正则提取"数量+单位+品名"和"品名+数量+单位"两种模式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按市场均价 ±std 判定 underpriced/overpriced/normal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类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基准价格品类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代码：app/processors/boq_engine.py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T5 废标风险预警 + 供应商信用评分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条规则 + 三维度加权评分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废标风险难发现；供应商信用评估依赖人工经验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废标风险预警：18 条规则覆盖排他性资质/付款风险/交货期/资质门槛，含否定语境检测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供应商信用评分：活跃度 30% + 中标率 40% + 偏离度 30% 加权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已剔除伪造联邦学习代码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+ 3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 + 评分维度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代码：app/processors/{risk_engine,supplier_risk}.py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T6 推送幂等 + 安全防护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+ content_hash + SSRF 三层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金融数据不能漏发也不能重发；外部 URL 请求存在 SSRF 风险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推送幂等：at-least-once 语义 + content_hash 30 分钟去重窗口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实发联调通过（163 邮箱）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三层防护：私网/环回/链路本地 IP 校验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邮件头注入过滤 + HMAC 签名 + 路径穿越防护 + LIKE 通配符转义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846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37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分钟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幂等去重窗口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代码：app/scheduler/push.py + app/core/{email_sender,webhook_sender}.py + app/utils/url_safety.py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测试与质量保障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项测试全部通过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核心算法测试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企业级特征测试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证据验证测试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安全/合规测试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采集器集成测试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023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09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extractor.py 覆盖率 100%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evidence_locator / field_validator / normalizer 全部 95%+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W2 证据验证闭环测试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W2-08 消融实验 A/B/C 三组对比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组（无证据）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组（不验证）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组（完整）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fields_with_value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fields_with_evidence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unjustified_rate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field_precision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invalid_docs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结论：A &lt; B &lt; C 分层显现，证据验证流水线有正向价值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W2-09 证据定位指标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5486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87.10%  ·  precision 74.36%  ·  iou_avg 0.6929  ·  iou_avg_matched 0.9242  ·  P50/P95=1.0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金标：7 篇 × 6 字段 = 42 字段，模型 deepseek-v4-flash，max_tokens=8000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企业级工程规范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9903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所有中间件 async/await，不用 callback 风格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39903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多阶段构建 + non-root 用户 + healthcheck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限速用 SHA256 hash 而非明文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99339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环境变量密钥用 secrets.token_hex(32) 生成 64 字符 hex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8775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配置支持 465/587/25 三端口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58775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468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origins 不默认 *，生产环境显式配置域名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8211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附件下载 sanitize 文件名防路径穿越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8211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 URL 请求校验私网/环回/链路本地 IP 防 SSRF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77647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定时订阅用 croniter 校验 frequency_cron 表达式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7647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异步函数用 run_in_executor 卸载同步 CPU/IO 任务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37083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增量数据查询用 SQL NOT EXISTS 避免 N+1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437083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2519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查询参数转义 %/_/ 防通配符注入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96519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846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语义缓存用 TTLCache 防 memory leak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496519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8463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PushLog 用 add_all() 批量插入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555955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440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数据库连接池显式配置 pool_size/max_overflow/pool_recycle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5559552"/>
            <a:ext cx="109728" cy="10972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5440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单文件 ≤ 300 行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CI/CD 与部署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一键部署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Web 服务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8000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920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采集任务 worker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-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057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24688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定时调度器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-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APP_ROLE 环境变量区分 web/worker 角色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健康检查 + 优雅关闭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/health 端点 + Docker healthcheck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SIGTERM 优雅关闭，等待 in-flight 请求完成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Worker 进程崩溃自动重启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配置：Dockerfile + docker-compose.yml + .env.example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安全合规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决策辅助工具，不提供金融建议，不承担决策责任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数据合规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17830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2918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ccgp/ggzy 政府公开数据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7490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chinabidding 公开数据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206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千里马用户授权账号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6634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不绕过付费墙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51206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遵守 robots.txt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3774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隐私保护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94760" y="3017520"/>
            <a:ext cx="17830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32918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不采集个人隐私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37490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身份证/手机/住址不采集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566160" y="4206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账号密码 storage_state 加密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46634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日志敏感字段脱敏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51206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不接入央行征信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37744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514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反幻觉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1783080" cy="0"/>
          </a:xfrm>
          <a:prstGeom prst="line">
            <a:avLst/>
          </a:prstGeom>
          <a:noFill/>
          <a:ln w="25400">
            <a:solidFill>
              <a:srgbClr val="FFC10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6520" y="32918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级降级匹配定位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46520" y="37490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原文事实比对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46520" y="4206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无依据字段不展示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46520" y="46634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0.92 边界质量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46520" y="51206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5029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A&lt;B&lt;C 消融验证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免责声明：报告均标注「AI 生成，仅供参考，决策请人工复核」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开放复用价值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六大可独立复用组件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协作框架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Python async 图，不依赖 langgraph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app/agents/coordinator.py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SimHash 去重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位指纹 + 汉明距离 ≤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app/processors/simhash.py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反幻觉校验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金额/日期归一化 + 原文事实比对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app/processors/hallucination_checker.py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BOQ 基准价格库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类采购品类 + ±std 预警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app/processors/boq_engine.py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证据定位引擎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级降级匹配 + 双坐标映射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app/processors/evidence_locator.py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48056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浏览器池 + 登录态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反检测 + storage_state 持久化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5349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app/core/{browser_pool,session_manager}.py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开源协议：Apache License 2.0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路线图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59436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989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演进规划：前端升级 React + TypeScript + Vite，支持多页面路由和状态管理，为 SaaS 商用做准备；evidence API 补齐，前端切回真实接口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17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7.16 - 8.16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788920"/>
            <a:ext cx="1783080" cy="0"/>
          </a:xfrm>
          <a:prstGeom prst="line">
            <a:avLst/>
          </a:prstGeom>
          <a:noFill/>
          <a:ln w="12700">
            <a:solidFill>
              <a:srgbClr val="FFC10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10896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作品简介 500 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 PPT 28 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206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合规边界声明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75488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63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视频录制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128016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1417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8.25 - 9.23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2044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规划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94760" y="2788920"/>
            <a:ext cx="178308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310896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WebUI 完善 + 多轮交互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365760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知识库/RAG 接入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66160" y="420624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9476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视频升级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566160" y="4754880"/>
            <a:ext cx="9144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4663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代码开源准备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128016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5F7FB"/>
          </a:solidFill>
          <a:ln w="25400">
            <a:solidFill>
              <a:srgbClr val="5A6B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14173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决赛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0" y="1920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9.22 - 9.23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75120" y="2788920"/>
            <a:ext cx="1783080" cy="0"/>
          </a:xfrm>
          <a:prstGeom prst="line">
            <a:avLst/>
          </a:prstGeom>
          <a:noFill/>
          <a:ln w="12700">
            <a:solidFill>
              <a:srgbClr val="5A6B8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3108960"/>
            <a:ext cx="91440" cy="91440"/>
          </a:xfrm>
          <a:prstGeom prst="rect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3017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路演 PPT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46520" y="3657600"/>
            <a:ext cx="91440" cy="91440"/>
          </a:xfrm>
          <a:prstGeom prst="rect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3566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 Demo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46520" y="4206240"/>
            <a:ext cx="91440" cy="91440"/>
          </a:xfrm>
          <a:prstGeom prst="rect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杭州线下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46520" y="4754880"/>
            <a:ext cx="91440" cy="91440"/>
          </a:xfrm>
          <a:prstGeom prst="rect">
            <a:avLst/>
          </a:prstGeom>
          <a:solidFill>
            <a:srgbClr val="5A6B8C"/>
          </a:solidFill>
          <a:ln w="12700">
            <a:solidFill>
              <a:srgbClr val="5A6B8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0" y="4663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最终工程材料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团队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GOAI 2026 · 标小智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标小智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智汇标讯 · AI+金融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0" y="2468880"/>
            <a:ext cx="1828800" cy="45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432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徐浚钊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上海建桥学院 · 计算机科学与技术 · 大二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379476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项目负责人 / 全栈开发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4343400"/>
            <a:ext cx="3108960" cy="0"/>
          </a:xfrm>
          <a:prstGeom prst="line">
            <a:avLst/>
          </a:prstGeom>
          <a:noFill/>
          <a:ln w="12700">
            <a:solidFill>
              <a:srgbClr val="FFC10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61772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526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架构设计 + 六 Agent 实现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98348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API + 数据库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5349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57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Demo + 路演材料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5F7FB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王祯明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84632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上海建桥学院 · 计算机科学与技术 · 大二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379476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数据标注 / 质量测试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20640" y="4343400"/>
            <a:ext cx="3108960" cy="0"/>
          </a:xfrm>
          <a:prstGeom prst="line">
            <a:avLst/>
          </a:prstGeom>
          <a:noFill/>
          <a:ln w="12700">
            <a:solidFill>
              <a:srgbClr val="FFC10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461772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4526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金标数据标注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498348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4892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测试用例验证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5349240"/>
            <a:ext cx="91440" cy="9144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5257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质量回归复核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989320"/>
            <a:ext cx="8229600" cy="320040"/>
          </a:xfrm>
          <a:prstGeom prst="roundRect">
            <a:avLst>
              <a:gd name="adj" fmla="val 14286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0350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协作：GLM 5.2 (Trae) · GPT-5.6 Sol / Claude Fable 5 · 豆包 Turbo · 豆包审查 Prompt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4114800" y="3657600"/>
            <a:ext cx="914400" cy="457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BidAgent · 智能标讯助手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徐浚钊  ·  王祯明  ·  标小智  ·  13566878907@163.com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212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GOAI 世界人工智能开源大赛 · AI+金融方向  · 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github.com/tlyyxjz/BidAgent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BidAgent 智能标讯助手</dc:title>
  <dc:subject>GOAI 世界人工智能开源大赛 · AI+金融方向</dc:subject>
  <dc:creator>徐浚钊</dc:creator>
  <cp:lastModifiedBy>徐浚钊</cp:lastModifiedBy>
  <cp:revision>1</cp:revision>
  <dcterms:created xsi:type="dcterms:W3CDTF">2026-07-27T01:43:41Z</dcterms:created>
  <dcterms:modified xsi:type="dcterms:W3CDTF">2026-07-27T01:43:41Z</dcterms:modified>
</cp:coreProperties>
</file>