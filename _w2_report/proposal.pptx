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5" r:id="rId36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2.xml"/><Relationship Id="rId36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为供应链金融机构提供招投标数据聚合与供应商公开活动观察度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01 · 用户真实声音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66666"/>
                </a:solidFill>
              </a:rPr>
              <a:t>来自黑猫投诉、今日头条、土木工程网的真实用户吐槽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C62828"/>
                </a:solidFill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8000 元两年会员，承诺私下推送项目全部落空。销售发来的项目全是虚假的，平台还推送大量已中标公告等无效项目。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黑猫投诉 · 千里马招标网付费会员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62828"/>
                </a:solidFill>
              </a:rPr>
              <a:t>→ 标小智：证据验证 + 原文留痕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4408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57C00"/>
                </a:solidFill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50 家公司集体废标，废标原因出奇一致——信誉查询要求。7 家投标 7 家全部因为《中小企业声明函》填错。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今日头条 · 评标专家口述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57C00"/>
                </a:solidFill>
              </a:rPr>
              <a:t>→ 标小智：废标风险预警（18 条规则）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1616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7B1FA2"/>
                </a:solidFill>
              </a:rP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同行公司被联合 40 家围标，直接损失 70-80 万，间接损失 150 万。几乎 50% 串标翻车都在 IP 地址上。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土木工程网 + 雪球 IT 老司机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B1FA2"/>
                </a:solidFill>
              </a:rPr>
              <a:t>→ 标小智：供应商公开活动观察度 + 行为图谱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999999"/>
                </a:solidFill>
              </a:rPr>
              <a:t>完整证据见《标小智产品需求验证报告》—— 13 条真实吐槽 + 竞品定价 + 市场规模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标小智 · GOAI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0" y="14173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 2-4h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 3min</a:t>
            </a:r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0" y="2606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人工漏报 40%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 &lt;5%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0" y="37947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人工跨 30 平台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标小智一键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858000" y="4983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人工无提醒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标小智自动推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万亿公共采购市场 · 184 万个项目/年；将跨 30 平台人工查公告做风控从 2-4 小时压缩到几分钟，每条数据有原文证据可追溯</a:t>
            </a:r>
            <a:endParaRPr lang="en-US" sz="1400" dirty="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93192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22860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平台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基础会员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高级会员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企业/VIP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标讯快车至尊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88,000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剑鱼标讯商机版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免费查看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27,999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招标雷达至尊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18,888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中国采招网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3,800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6,800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15,800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千里马招标网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2,700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6,000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8,000 元/两年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级降级匹配引擎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精确/空白/全半角/格式变体/模糊匹配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来源谱系追踪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区分官方原始/转载/商业转载/索引页面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选择性输出 + 凭证安全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display_grade high/review/low + HMAC-SHA256+Argon2id+AES-GCM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六维公开活动观察信号，不输出信用评分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AgentGraph 编排器：节点注册 + 状态传递 + ExecutionTrace 留痕 + 失败降级；每个 Agent 职责单一、技术栈清晰，金融分析 Agent 独立成卖点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V4 Flash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六维公开活动观察信号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中标活跃度/集中度/废标关联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明确投标否决/信息冲突/高频共现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不直接归因，仅供人工尽调参考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维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观察信号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来源谱系追踪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区分官方原始/转载/商业转载/索引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识别同源转载，避免误判独立交叉验证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基于事实断言键确保跨源比较同一业务事实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类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来源质量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凭证安全（v4.1 §13.1）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API Key + Argon2id 密码 + AES-GCM Cookie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高熵随机值 + 服务端密钥 + nonce 唯一 + 日志不记录凭证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个单元测试，分支覆盖率 100%</a:t>
            </a:r>
            <a:endParaRPr lang="en-US" sz="1200" dirty="0"/>
          </a:p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已实现：credentials.py + url_safety.py</a:t>
            </a:r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HMAC+Argon2id+AES-GCM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凭证安全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代码：app/utils/credentials.py + app/core/{rate_limiter,robots_checker,source_whitelist}.py + app/services/data_deletion.py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100"/>
              <a:t>5 槽位 + 多轮追问</a:t>
            </a:r>
            <a:endParaRPr lang="en-US" sz="1100" dirty="0"/>
          </a:p>
          <a:p>
            <a:r>
              <a:rPr sz="900">
                <a:solidFill>
                  <a:srgbClr val="666666"/>
                </a:solidFill>
              </a:rPr>
              <a:t>支持"只看 100 万以上的"增量过滤</a:t>
            </a:r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六维公开活动观察信号（不输出信用评分）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  <p:sp>
        <p:nvSpPr>
          <p:cNvPr id="36" name="TextBox 35"/>
          <p:cNvSpPr txBox="1"/>
          <p:nvPr/>
        </p:nvSpPr>
        <p:spPr>
          <a:xfrm>
            <a:off x="457200" y="5760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E2761"/>
                </a:solidFill>
              </a:rPr>
              <a:t>价值量化：人工跨平台尽调 2-4 小时 → 标小智 3 分钟 · null_false_positive_rate=0.0 · 无依据字段率 100%→0% · 1316 测试通过 / 107 篇真实公告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A/B/C/D 四组消融实验（107 篇真实公告）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↓100%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C(6.04%) → D(0%)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来源谱系与事实断言键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区分官方原始/转载/商业转载/索引页面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同一公告多平台转载，难区分独立交叉验证与同源转载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来源角色判定：official_original/official_repost/commercial_repost/index_only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同源转载识别：基于 simhash + 事实断言键避免误判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事实断言键：确保跨源比较的是同一业务事实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来源角色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代码：app/processors/{source_lineage,repost_features,fact_assertion_key}.py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选择性输出 + 域名级合规采集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display_grade high/review/low + 8 秒域名级频率限制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无依据字段需过滤；采集频率与 robots.txt 需合规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选择性输出：display_grade 基于 support_level+source_quality+cross_verify_status 三维生成 high/review/low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域名级频率限制：DomainRateLimiter 按域名独立计数 8 秒间隔 + robots_checker 30 分钟缓存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维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代码：app/eval/display_grade.py + app/core/{rate_limiter,robots_checker}.py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1316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项测试通过（含 parametrize 展开）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总体覆盖率 97%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bootstrap_ci 100% · extractor 100% · source_lineage 97% · null_false_positive_rate=0.0</a:t>
            </a:r>
            <a:endParaRPr 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</a:rPr>
              <a:t>LLM 成本：deepseek-v4-flash · 133 万 tokens · ¥1.99 · 107 篇公告 × 6 字段批量抽取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02 · LLM 工程化能力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GLM 5.2 驱动意图解析与字段抽取，AgentGraph 串行接力编排，133 万 tokens ¥1.99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</a:rPr>
              <a:t>意图解析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GLM 5.2 · few-shot + JSON Schema</a:t>
            </a:r>
          </a:p>
          <a:p>
            <a:r>
              <a:t>自然语言 → 5 槽位（关键词/地区/预算/时间/品类）</a:t>
            </a:r>
          </a:p>
          <a:p>
            <a:r>
              <a:t>支持多轮追问："只看 100 万以上的" 增量过滤</a:t>
            </a:r>
          </a:p>
          <a:p>
            <a:r>
              <a:t>失败降级：槽位缺失时主动追问，不静默丢弃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32"/>
                </a:solidFill>
              </a:rPr>
              <a:t>字段抽取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GLM 5.2 · deepseek-v4-flash</a:t>
            </a:r>
          </a:p>
          <a:p>
            <a:r>
              <a:t>107 篇公告 × 6 字段批量抽取</a:t>
            </a:r>
          </a:p>
          <a:p>
            <a:r>
              <a:t>133 万 tokens · ¥1.99 · max_tokens=8000</a:t>
            </a:r>
          </a:p>
          <a:p>
            <a:r>
              <a:t>JSON 输出 + 反幻觉校验 + 无依据字段不展示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7B1FA2"/>
                </a:solidFill>
              </a:rPr>
              <a:t>AgentGraph 编排器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6 Agent 串行接力：意图→采集→加工→质量→金融→交付</a:t>
            </a:r>
          </a:p>
          <a:p>
            <a:r>
              <a:t>节点注册 + 状态传递 + ExecutionTrace 留痕</a:t>
            </a:r>
          </a:p>
          <a:p>
            <a:r>
              <a:t>失败降级：任一 Agent 失败不阻塞整条链路</a:t>
            </a:r>
          </a:p>
          <a:p>
            <a:r>
              <a:t>可审计：每步执行 trace 可回溯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999999"/>
                </a:solidFill>
              </a:rPr>
              <a:t>成本可复现：deepseek-v4-flash · 133 万 tokens · ¥1.99 · 107 篇公告 × 6 字段批量抽取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标小智 · GOAI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dict+TTL+LRU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容器化部署 · docker-compose 一键拉起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  <a:p>
            <a:pPr algn="ctr"/>
            <a:r>
              <a:rPr sz="900" b="0">
                <a:solidFill>
                  <a:srgbClr val="666666"/>
                </a:solidFill>
                <a:latin typeface="Consolas"/>
              </a:rPr>
              <a:t>演示：127.0.0.1:8000</a:t>
            </a:r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内部服务（不对外暴露）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内部服务（不对外暴露）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HMAC-SHA256+Argon2id+AES-GCM 凭证安全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null_false_positive_rate=0.0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100% to 0%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已附《合规边界声明》独立文档 | 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来源谱系追踪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官方原始/转载/商业转载/索引判定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app/processors/source_lineage.py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 | GitHub 已公开，含完整安装文档 + 1316 项测试用例 + 107 篇真实公告数据，可复现</a:t>
            </a:r>
            <a:endParaRPr lang="en-US" sz="13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77FF"/>
                </a:solidFill>
              </a:rPr>
              <a:t>github.com/tlyyxjz/BidAgent · 欢迎 issue/PR · 社区共建招投标智能体生态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AI+金融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135****8907@163.com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2026-07-28T02:58:59Z</dcterms:created>
  <dcterms:modified xsi:type="dcterms:W3CDTF">2026-07-28T02:58:59Z</dcterms:modified>
</cp:coreProperties>
</file>