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5" r:id="rId36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8"/>
    <p:sldId id="283" r:id="rId29"/>
  </p:sldIdLst>
  <p:notesMasterIdLst>
    <p:notesMasterId r:id="rId3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22.xml"/><Relationship Id="rId36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智能标讯助手 · AI+金融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为供应链金融机构提供招投标数据聚合与供应商信用评分 API 的 AI Agent 应用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GOAI 世界人工智能开源大赛 · 无界应用赛道 · AI+金融方向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团队：标小智  ·  徐浚钊  ·  王祯明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8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项目背景与定位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P.3-7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 Agent 协同架构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P.8-12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560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产品体验与 Demo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154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5448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六大技术亮点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0" y="3200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P.14-19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749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5448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测试与质量保障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0" y="3794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P.20-23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4343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55448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安全合规与开放复用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P.24-25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4937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554480" y="4983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0" y="4983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项目背景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招投标信息分散在 30+ 平台，形成数据孤岛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ccgp.gov.cn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中国政府采购网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92024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25400">
            <a:solidFill>
              <a:srgbClr val="5A6B8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5488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chinabidding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中国招标投标网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ggzy.gov.cn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公共资源交易平台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29184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25400">
            <a:solidFill>
              <a:srgbClr val="5A6B8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5488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vip.qianlima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3886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千里马招标网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029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金融机构评估供应商信用时，需人工跨平台检索、比对报价、核查中标记录，耗时且易遗漏风险信号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2E"/>
                </a:solidFill>
              </a:rPr>
              <a:t>01 · 用户真实声音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66666"/>
                </a:solidFill>
              </a:rPr>
              <a:t>来自黑猫投诉、今日头条、土木工程网的真实用户吐槽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624328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23500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C62828"/>
                </a:solidFill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225856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</a:rPr>
              <a:t>8000 元两年会员，承诺私下推送项目全部落空。销售发来的项目全是虚假的，平台还推送大量已中标公告等无效项目。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22585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999999"/>
                </a:solidFill>
              </a:rPr>
              <a:t>黑猫投诉 · 千里马招标网付费会员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22585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62828"/>
                </a:solidFill>
              </a:rPr>
              <a:t>→ 标小智：证据验证 + 原文留痕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64408" y="1554480"/>
            <a:ext cx="2624328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1737360"/>
            <a:ext cx="23500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57C00"/>
                </a:solidFill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194560"/>
            <a:ext cx="225856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</a:rPr>
              <a:t>50 家公司集体废标，废标原因出奇一致——信誉查询要求。7 家投标 7 家全部因为《中小企业声明函》填错。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4206240"/>
            <a:ext cx="22585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999999"/>
                </a:solidFill>
              </a:rPr>
              <a:t>今日头条 · 评标专家口述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4572000"/>
            <a:ext cx="22585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7C00"/>
                </a:solidFill>
              </a:rPr>
              <a:t>→ 标小智：废标风险预警（18 条规则）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71616" y="1554480"/>
            <a:ext cx="2624328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1737360"/>
            <a:ext cx="23500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7B1FA2"/>
                </a:solidFill>
              </a:rPr>
              <a:t>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194560"/>
            <a:ext cx="225856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</a:rPr>
              <a:t>同行公司被联合 40 家围标，直接损失 70-80 万，间接损失 150 万。几乎 50% 串标翻车都在 IP 地址上。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4206240"/>
            <a:ext cx="22585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999999"/>
                </a:solidFill>
              </a:rPr>
              <a:t>土木工程网 + 雪球 IT 老司机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4572000"/>
            <a:ext cx="22585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7B1FA2"/>
                </a:solidFill>
              </a:rPr>
              <a:t>→ 标小智：供应商信用评分 + 行为图谱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94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999999"/>
                </a:solidFill>
              </a:rPr>
              <a:t>完整证据见《标小智产品需求验证报告》—— 13 条真实吐槽 + 竞品定价 + 市场规模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标小智 · GOAI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用户痛点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人工检索耗时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 30 个平台人工查供应商中标记录，单次尽调 2-4 小时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155448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0" y="1417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900" b="0">
                <a:solidFill>
                  <a:srgbClr val="999999"/>
                </a:solidFill>
              </a:rPr>
              <a:t>人工 2-4h</a:t>
            </a:r>
            <a:endParaRPr lang="en-US" sz="1200" dirty="0"/>
          </a:p>
          <a:p>
            <a:r>
              <a:rPr sz="900" b="1">
                <a:solidFill>
                  <a:srgbClr val="1E2761"/>
                </a:solidFill>
              </a:rPr>
              <a:t>↓</a:t>
            </a:r>
          </a:p>
          <a:p>
            <a:r>
              <a:rPr sz="1000" b="1">
                <a:solidFill>
                  <a:srgbClr val="1E2761"/>
                </a:solidFill>
              </a:rPr>
              <a:t>标小智 3min</a:t>
            </a:r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2697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风险信号遗漏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971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报价异常/废标风险/供应商信用难系统化分析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274320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58000" y="26060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900" b="0">
                <a:solidFill>
                  <a:srgbClr val="999999"/>
                </a:solidFill>
              </a:rPr>
              <a:t>人工漏报 40%</a:t>
            </a:r>
            <a:endParaRPr lang="en-US" sz="1200" dirty="0"/>
          </a:p>
          <a:p>
            <a:r>
              <a:rPr sz="900" b="1">
                <a:solidFill>
                  <a:srgbClr val="1E2761"/>
                </a:solidFill>
              </a:rPr>
              <a:t>↓</a:t>
            </a:r>
          </a:p>
          <a:p>
            <a:r>
              <a:rPr sz="1000" b="1">
                <a:solidFill>
                  <a:srgbClr val="1E2761"/>
                </a:solidFill>
              </a:rPr>
              <a:t>标小智 &lt;5%</a:t>
            </a:r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3886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重复劳动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160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同一招标公告多平台重复出现，人工筛选困难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0" y="3794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900" b="0">
                <a:solidFill>
                  <a:srgbClr val="999999"/>
                </a:solidFill>
              </a:rPr>
              <a:t>人工跨 30 平台</a:t>
            </a:r>
            <a:endParaRPr lang="en-US" sz="1200" dirty="0"/>
          </a:p>
          <a:p>
            <a:r>
              <a:rPr sz="900" b="1">
                <a:solidFill>
                  <a:srgbClr val="1E2761"/>
                </a:solidFill>
              </a:rPr>
              <a:t>↓</a:t>
            </a:r>
          </a:p>
          <a:p>
            <a:r>
              <a:rPr sz="1000" b="1">
                <a:solidFill>
                  <a:srgbClr val="1E2761"/>
                </a:solidFill>
              </a:rPr>
              <a:t>标小智一键</a:t>
            </a:r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48640" y="5074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37160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错过截止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5349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招标截止时间各异，没有提醒机制容易错过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0" y="512064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858000" y="4983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900" b="0">
                <a:solidFill>
                  <a:srgbClr val="999999"/>
                </a:solidFill>
              </a:rPr>
              <a:t>人工无提醒</a:t>
            </a:r>
            <a:endParaRPr lang="en-US" sz="1200" dirty="0"/>
          </a:p>
          <a:p>
            <a:r>
              <a:rPr sz="900" b="1">
                <a:solidFill>
                  <a:srgbClr val="1E2761"/>
                </a:solidFill>
              </a:rPr>
              <a:t>↓</a:t>
            </a:r>
          </a:p>
          <a:p>
            <a:r>
              <a:rPr sz="1000" b="1">
                <a:solidFill>
                  <a:srgbClr val="1E2761"/>
                </a:solidFill>
              </a:rPr>
              <a:t>标小智自动推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目标用户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55448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600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核心用户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供应链金融机构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痛点：供应商信用评估耗时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5A6B8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937760" y="155448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5A6B8C"/>
          </a:solidFill>
          <a:ln w="12700">
            <a:solidFill>
              <a:srgbClr val="5A6B8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37760" y="1600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高频用户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103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投标企业 BD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2651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痛点：找不到能投的项目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384048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企业用户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招标代理公司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4937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痛点：客户要中标分析报告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65760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5A6B8C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937760" y="384048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5A6B8C"/>
          </a:solidFill>
          <a:ln w="12700">
            <a:solidFill>
              <a:srgbClr val="5A6B8C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93776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企业用户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4389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财税咨询公司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37760" y="4937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痛点：客户问对手中标情况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市场规模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招投标信息平台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0" cy="274320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846320" y="1371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2-4h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484632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人工单次尽调耗时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标小智价值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万亿公共采购市场 · 184 万个项目/年；将跨 30 平台人工查公告做风控从 2-4 小时压缩到几分钟，每条数据有原文证据可追溯</a:t>
            </a:r>
            <a:endParaRPr lang="en-US" sz="1400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3931920"/>
          <a:ext cx="8229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2286000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平台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基础会员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高级会员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企业/VIP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标讯快车至尊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88,000 元/年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剑鱼标讯商机版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免费查看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27,999 元/年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招标雷达至尊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18,888 元/年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中国采招网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3,800 元/年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6,800 元/年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15,800 元/年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千里马招标网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2,700 元/年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6,000 元/年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8,000 元/两年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解决方案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一句话需求 → Word 报告 + 邮件推送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2468880"/>
            <a:ext cx="274320" cy="365760"/>
          </a:xfrm>
          <a:prstGeom prst="rightArrow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651760" y="22860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65176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 Agent 协同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2468880"/>
            <a:ext cx="274320" cy="365760"/>
          </a:xfrm>
          <a:prstGeom prst="rightArrow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846320" y="22860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84632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报告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2468880"/>
            <a:ext cx="274320" cy="365760"/>
          </a:xfrm>
          <a:prstGeom prst="rightArrow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040880" y="22860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04088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邮件推送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三大差异化能力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65760" cy="36576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4864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报价异常检测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40480" y="4206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类基准价格库，识别围标/劣质供货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365760" cy="36576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4864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废标风险预警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40480" y="4846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条规则扫描资质与条款隐患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486400"/>
            <a:ext cx="365760" cy="36576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8640" y="5486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5486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供应商信用评分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840480" y="5486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集中度/金额/频率/地域/采购人五维度加权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六 Agent 协同架构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2344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意图解析 Agent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12618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 → 5 槽位 + 多轮追问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137160" cy="137160"/>
          </a:xfrm>
          <a:prstGeom prst="down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193852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" y="198424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1984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采集执行 Agent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平台并行抓取 + 登录态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487168"/>
            <a:ext cx="137160" cy="137160"/>
          </a:xfrm>
          <a:prstGeom prst="down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2688336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273405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273405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数据加工 Agent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27614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字段对齐 + 分类 + 相关性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236976"/>
            <a:ext cx="137160" cy="137160"/>
          </a:xfrm>
          <a:prstGeom prst="down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7200" y="3438144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7200" y="348386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348386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质量保障 Agent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35112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SimHash 去重 + 反幻觉校验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3986784"/>
            <a:ext cx="137160" cy="137160"/>
          </a:xfrm>
          <a:prstGeom prst="down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57200" y="4187952"/>
            <a:ext cx="502920" cy="50292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57200" y="42336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43000" y="423367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金融分析 Agent ⭐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0" y="42611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+ 废标 + 信用评分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4736592"/>
            <a:ext cx="137160" cy="137160"/>
          </a:xfrm>
          <a:prstGeom prst="down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57200" y="49377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57200" y="49834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43000" y="4983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报告交付 Agent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572000" y="50109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+ SMTP + Webhook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AgentGraph 编排器：节点注册 + 状态传递 + ExecutionTrace 留痕 + 失败降级；每个 Agent 职责单一、技术栈清晰，金融分析 Agent 独立成卖点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① 意图解析 Agent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用户说"找上海最近7天的IT采购项目" → 拆解为 5 槽位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核心职责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194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自然语言查询解析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2606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关键词降级兜底（LLM 不可用时走规则匹配）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3639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多轮追问（slot 缺失时反问用户）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4787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3429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 ParsedFilters（query/region/budget/time/category）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DeepSeek V4 Flash LLM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120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Pydantic Schema 校验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86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关键词正则降级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代码文件：app/agents/intent_agent.py + app/llm/parser.py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② 采集执行 Agent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调度多平台采集器并行抓取，管理登录态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核心职责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194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平台并行采集（ccgp/chinabidding/ggzy/千里马）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2606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千里马登录态采集（16 cookies 持久化实测通过）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3639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浏览器反检测 + 浏览器池复用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4787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3429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任务状态上报（progress/started_at/completed_at）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Playwright + patchright stealth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120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SessionManager storage_state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86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BrowserPool 信号量有界池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代码文件：app/agents/collector_agent.py + app/templates/*.py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③④ 数据加工 + 质量保障 Agent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字段对齐 → 分类标注 → SimHash 去重 → 反幻觉校验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核心职责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194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字段对齐（不同平台字段名映射到统一 schema）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2606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分类标注（IT/工程/医疗等品类）+ 相关性评分（TF-IDF）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3639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SimHash 64 位去重（汉明距离 ≤ 3）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4787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3429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反幻觉校验（金额/日期归一化 + 原文事实比对，无出处一律丢弃）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jieba 分词 + SimHash 64 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120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金额万元/亿元转元 + 日期 ISO 8601 归一化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86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 NOT EXISTS 增量查询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代码文件：app/agents/{processor,quality}_agent.py + app/processors/{simhash,hallucination_checker}.py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⑤ 金融分析 Agent（核心）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15544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报价异常检测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类基准价格库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正则提取 + 市场均价 ±std 判定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underpriced/overpriced/normal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43891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类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94360" y="5029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基准品类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37160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74720" y="15544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废标风险预警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0440" y="246888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条规则覆盖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排他性资质/付款风险/交货期/资质门槛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含否定语境检测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43891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474720" y="5029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风险规则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55080" y="15544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供应商信用评分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0" y="246888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五维度加权（25/20/20/15/20）评分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集中度 25% + 金额 20% + 频率 20% + 地域 15% + 采购人 20%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 SupplierRiskReport</a:t>
            </a:r>
            <a:endParaRPr lang="en-US" sz="1200" dirty="0"/>
          </a:p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权重来源：AHP 层次分析法导出，CR=0.0116&lt;0.1</a:t>
            </a:r>
          </a:p>
        </p:txBody>
      </p:sp>
      <p:sp>
        <p:nvSpPr>
          <p:cNvPr id="22" name="Text 20"/>
          <p:cNvSpPr/>
          <p:nvPr/>
        </p:nvSpPr>
        <p:spPr>
          <a:xfrm>
            <a:off x="6355080" y="43891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25/20/20/15/20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355080" y="5029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权重分配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035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代码：app/agents/finance_agent.py + app/processors/{boq_engine,risk_engine,supplier_risk}.py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产品体验与 Demo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08760" y="1554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50876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"找上海最近7天IT采购项目，预算100万以上"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389120" y="1554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38912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74720" y="2240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意图解析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2651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sz="1100"/>
              <a:t>5 槽位 + 多轮追问</a:t>
            </a:r>
            <a:endParaRPr lang="en-US" sz="1100" dirty="0"/>
          </a:p>
          <a:p>
            <a:r>
              <a:rPr sz="900">
                <a:solidFill>
                  <a:srgbClr val="666666"/>
                </a:solidFill>
              </a:rPr>
              <a:t>支持"只看 100 万以上的"增量过滤</a:t>
            </a:r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269480" y="1554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26948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55080" y="2240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采集进度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651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平台并行采集，实时进度条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508760" y="3840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508760" y="3886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94360" y="4526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数据加工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937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去重 + 反幻觉校验，展示丢弃条数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37560" y="365760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389120" y="3840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389120" y="3886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474720" y="4526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金融分析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0440" y="4937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异常 + 废标风险 + 信用评分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365760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269480" y="3840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269480" y="3886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355080" y="4526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报告交付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0" y="4937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报告下载 + 邮件推送</a:t>
            </a:r>
            <a:endParaRPr lang="en-US" sz="1100" dirty="0"/>
          </a:p>
        </p:txBody>
      </p:sp>
      <p:sp>
        <p:nvSpPr>
          <p:cNvPr id="36" name="TextBox 35"/>
          <p:cNvSpPr txBox="1"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761"/>
                </a:solidFill>
              </a:rPr>
              <a:t>价值量化：人工跨平台尽调 2-4 小时 → 标小智 3 分钟 · 字段抽取 IoU 0.5339 · 无依据字段率 100%→0% · LLM 成本 ¥1.99/99 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T1 反检测与登录态持久化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patchright + stealth 抹平浏览器指纹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招投标平台对自动化访问有反爬检测，普通 Playwright 易被识别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patchright + stealth 注入抹平浏览器指纹，storage_state 持久化会话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千里马 16 cookies 实测通过，401 自动重登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8463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4937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个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0" y="5029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实测通过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代码：app/core/{anti_detect,session_manager}.py + app/templates/qianlima_login.py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T2 SimHash 去重 + 反幻觉校验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64位指纹去重 + 原文事实比对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同一公告多平台重复出现；LLM 抽取字段可能编造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SimHash 64 位指纹去重（汉明距离 ≤ 3 视为重复）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反幻觉校验：金额归一化 + 日期归一化 + 原文事实比对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找不到出处的字段一律丢弃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8463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4937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0" y="5029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汉明距离阈值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代码：app/processors/{simhash,hallucination_checker}.py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T3 证据验证闭环（W2 核心）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级降级匹配 + IoU 评测 + 消融实验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抽取的证据文本可能多空格/少标点，无法直接定位原文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级降级匹配：L1 精确 → L2 去空白 → L3 去标点 → L4 核心子串 → L5 失败标记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双坐标映射（normalized_index ↔ raw_index）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边界质量评测 + A/B/C/D 四组消融实验（99 篇金标）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8463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4937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unjustified ↓100%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0" y="5029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A(100%) → D(0%)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代码：app/processors/{normalizer,evidence_locator,field_validator}.py + scripts/eval_*.py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T4 BOQ 异常检测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类基准价格库识别报价偏离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低价中标可能存在围标/劣质供货风险，难系统化识别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类常见采购品类基准价格库（充电桩/服务器/电脑/交换机等）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正则提取"数量+单位+品名"和"品名+数量+单位"两种模式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按市场均价 ±std 判定 underpriced/overpriced/normal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8463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4937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类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0" y="5029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基准价格品类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代码：app/processors/boq_engine.py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T5 废标风险预警 + 供应商信用评分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条规则 + 五维度加权（25/20/20/15/20）评分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废标风险难发现；供应商信用评估依赖人工经验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废标风险预警：18 条规则覆盖排他性资质/付款风险/交货期/资质门槛，含否定语境检测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供应商信用评分：集中度 25% + 金额 20% + 频率 20% + 地域 15% + 采购人 20% 加权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8463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4937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+ 3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0" y="5029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 + 评分维度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代码：app/processors/{risk_engine,supplier_risk}.py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T6 推送幂等 + 安全防护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 + content_hash + SSRF 三层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金融数据不能漏发也不能重发；外部 URL 请求存在 SSRF 风险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推送幂等：at-least-once 语义 + content_hash 30 分钟去重窗口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实发联调通过（163 邮箱）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三层防护：私网/环回/链路本地 IP 校验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邮件头注入过滤 + HMAC 签名 + 路径穿越防护 + LIKE 通配符转义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8463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4937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分钟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0" y="5029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幂等去重窗口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代码：app/scheduler/push.py + app/core/{email_sender,webhook_sender}.py + app/utils/url_safety.py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测试与质量保障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826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项测试通过（含 parametrize 展开）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0352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核心算法测试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0" y="1463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企业级特征测试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证据验证测试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安全/合规测试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3383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采集器集成测试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4023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4709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总体覆盖率 97%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bootstrap_ci 100% · extractor 100% · source_lineage 97%</a:t>
            </a:r>
            <a:endParaRPr lang="en-US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976D2"/>
                </a:solidFill>
              </a:rPr>
              <a:t>LLM 成本：deepseek-v4-flash · 133 万 tokens · ¥1.99 · 99 篇公告 × 6 字段批量抽取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2E"/>
                </a:solidFill>
              </a:rPr>
              <a:t>02 · LLM 工程化能力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</a:rPr>
              <a:t>GLM 5.2 驱动意图解析与字段抽取，AgentGraph 串行接力编排，133 万 tokens ¥1.99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24328" cy="3200400"/>
          </a:xfrm>
          <a:prstGeom prst="roundRect">
            <a:avLst/>
          </a:prstGeom>
          <a:solidFill>
            <a:srgbClr val="F8F9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23500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76D2"/>
                </a:solidFill>
              </a:rPr>
              <a:t>意图解析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235000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GLM 5.2 · few-shot + JSON Schema</a:t>
            </a:r>
          </a:p>
          <a:p>
            <a:r>
              <a:t>自然语言 → 5 槽位（关键词/地区/预算/时间/品类）</a:t>
            </a:r>
          </a:p>
          <a:p>
            <a:r>
              <a:t>支持多轮追问："只看 100 万以上的" 增量过滤</a:t>
            </a:r>
          </a:p>
          <a:p>
            <a:r>
              <a:t>失败降级：槽位缺失时主动追问，不静默丢弃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4408" y="1645920"/>
            <a:ext cx="2624328" cy="3200400"/>
          </a:xfrm>
          <a:prstGeom prst="roundRect">
            <a:avLst/>
          </a:prstGeom>
          <a:solidFill>
            <a:srgbClr val="F8F9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1828800"/>
            <a:ext cx="23500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32"/>
                </a:solidFill>
              </a:rPr>
              <a:t>字段抽取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377440"/>
            <a:ext cx="235000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GLM 5.2 · deepseek-v4-flash</a:t>
            </a:r>
          </a:p>
          <a:p>
            <a:r>
              <a:t>99 篇公告 × 6 字段批量抽取</a:t>
            </a:r>
          </a:p>
          <a:p>
            <a:r>
              <a:t>133 万 tokens · ¥1.99 · max_tokens=8000</a:t>
            </a:r>
          </a:p>
          <a:p>
            <a:r>
              <a:t>JSON 输出 + 反幻觉校验 + 无依据字段不展示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1645920"/>
            <a:ext cx="2624328" cy="3200400"/>
          </a:xfrm>
          <a:prstGeom prst="roundRect">
            <a:avLst/>
          </a:prstGeom>
          <a:solidFill>
            <a:srgbClr val="F8F9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1828800"/>
            <a:ext cx="23500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7B1FA2"/>
                </a:solidFill>
              </a:rPr>
              <a:t>AgentGraph 编排器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2377440"/>
            <a:ext cx="235000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6 Agent 串行接力：意图→采集→加工→质量→金融→交付</a:t>
            </a:r>
          </a:p>
          <a:p>
            <a:r>
              <a:t>节点注册 + 状态传递 + ExecutionTrace 留痕</a:t>
            </a:r>
          </a:p>
          <a:p>
            <a:r>
              <a:t>失败降级：任一 Agent 失败不阻塞整条链路</a:t>
            </a:r>
          </a:p>
          <a:p>
            <a:r>
              <a:t>可审计：每步执行 trace 可回溯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999999"/>
                </a:solidFill>
              </a:rPr>
              <a:t>成本可复现：deepseek-v4-flash · 133 万 tokens · ¥1.99 · 99 篇公告 × 6 字段批量抽取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标小智 · GOAI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企业级工程规范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280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所有中间件 async/await，不用 callback 风格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39903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0" y="1280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多阶段构建 + non-root 用户 + healthcheck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99339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18745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限速用 SHA256 hash 而非明文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99339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0" y="18745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环境变量密钥用 secrets.token_hex(32) 生成 64 字符 hex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58775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24688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配置支持 465/587/25 三端口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58775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0" y="24688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origins 不默认 *，生产环境显式配置域名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18211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1520" y="30632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附件下载 sanitize 文件名防路径穿越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18211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29200" y="30632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 URL 请求校验私网/环回/链路本地 IP 防 SSRF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77647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1520" y="36576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定时订阅用 croniter 校验 frequency_cron 表达式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77647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029200" y="36576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异步函数用 run_in_executor 卸载同步 CPU/IO 任务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37083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31520" y="4251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增量数据查询用 SQL NOT EXISTS 避免 N+1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437083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029200" y="4251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查询参数转义 %/_/ 防通配符注入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96519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31520" y="4846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语义缓存用 dict+TTL+LRU 防 memory leak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496519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029200" y="4846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PushLog 用 add_all() 批量插入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555955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31520" y="54406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数据库连接池显式配置 pool_size/max_overflow/pool_recycle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0600" y="555955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029200" y="54406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单文件 ≤ 300 行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CI/CD 与部署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容器化部署 · docker-compose 一键拉起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057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Web 服务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331720" cy="39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8000</a:t>
            </a:r>
            <a:endParaRPr lang="en-US" sz="1100" dirty="0"/>
          </a:p>
          <a:p>
            <a:pPr algn="ctr"/>
            <a:r>
              <a:rPr sz="900" b="0">
                <a:solidFill>
                  <a:srgbClr val="666666"/>
                </a:solidFill>
                <a:latin typeface="Consolas"/>
              </a:rPr>
              <a:t>演示：127.0.0.1:8000</a:t>
            </a:r>
          </a:p>
        </p:txBody>
      </p:sp>
      <p:sp>
        <p:nvSpPr>
          <p:cNvPr id="11" name="Shape 9"/>
          <p:cNvSpPr/>
          <p:nvPr/>
        </p:nvSpPr>
        <p:spPr>
          <a:xfrm>
            <a:off x="3337560" y="19202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20440" y="2057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采集任务 worker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880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内部服务（不对外暴露）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0" y="2057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定时调度器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2880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内部服务（不对外暴露）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APP_ROLE 环境变量区分 web/worker 角色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健康检查 + 优雅关闭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4480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/health 端点 + Docker healthcheck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SIGTERM 优雅关闭，等待 in-flight 请求完成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Worker 进程崩溃自动重启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5760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配置：Dockerfile + docker-compose.yml + .env.example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安全合规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417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决策辅助工具，不提供金融建议，不承担决策责任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5F7FB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数据合规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32918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ccgp/ggzy 政府公开数据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7490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3657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chinabidding 公开数据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42062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114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千里马用户授权账号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6634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" y="4572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不绕过付费墙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51206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5029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遵守 robots.txt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237744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5F7FB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52044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隐私保护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566160" y="32918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794760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不采集个人隐私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66160" y="37490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794760" y="3657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身份证/手机/住址不采集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66160" y="42062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794760" y="4114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账号密码 storage_state 加密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66160" y="46634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794760" y="4572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日志敏感字段脱敏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66160" y="51206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794760" y="5029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不接入央行征信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237744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5F7FB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0080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反幻觉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46520" y="32918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675120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级降级匹配定位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46520" y="37490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675120" y="3657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原文事实比对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46520" y="42062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675120" y="4114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无依据字段不展示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46520" y="46634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675120" y="4572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0.5339 边界质量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46520" y="51206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675120" y="5029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unjustified ↓100%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已附《合规边界声明》独立文档 | 免责声明：报告均标注「AI 生成，仅供参考，决策请人工复核」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开放复用价值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六大可独立复用组件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协作框架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 Python async 图，不依赖 langgraph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app/agents/coordinator.py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3776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SimHash 去重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位指纹 + 汉明距离 ≤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app/processors/simhash.py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反幻觉校验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金额/日期归一化 + 原文事实比对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app/processors/hallucination_checker.py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93776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基准价格库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类采购品类 + ±std 预警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app/processors/boq_engine.py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48056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证据定位引擎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级降级匹配 + 双坐标映射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5349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app/processors/evidence_locator.py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448056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93776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浏览器池 + 登录态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3776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反检测 + storage_state 持久化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5349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app/core/{browser_pool,session_manager}.py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开源协议：Apache License 2.0 | GitHub 已公开，含完整安装文档 + 826 项测试用例 + 99 篇金标数据，可复现</a:t>
            </a:r>
            <a:endParaRPr lang="en-US" sz="1300" dirty="0"/>
          </a:p>
        </p:txBody>
      </p:sp>
      <p:sp>
        <p:nvSpPr>
          <p:cNvPr id="32" name="TextBox 31"/>
          <p:cNvSpPr txBox="1"/>
          <p:nvPr/>
        </p:nvSpPr>
        <p:spPr>
          <a:xfrm>
            <a:off x="457200" y="62179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677FF"/>
                </a:solidFill>
              </a:rPr>
              <a:t>github.com/tlyyxjz/BidAgent · 欢迎 issue/PR · 社区共建招投标智能体生态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团队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GOAI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智汇标讯 · AI+金融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徐浚钊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上海建桥学院 · 计算机科学与技术 · 大二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379476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71600" y="3840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项目负责人 / 全栈开发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61772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526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架构设计 + 六 Agent 实现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98348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" y="4892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API + 数据库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53492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5257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Demo + 路演材料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74320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846320" y="2880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王祯明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84632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上海建桥学院 · 计算机科学与技术 · 大二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77840" y="379476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577840" y="3840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数据标注 / 质量测试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461772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120640" y="4526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金标数据标注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498348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120640" y="4892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测试用例验证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53492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120640" y="5257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质量回归复核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989320"/>
            <a:ext cx="8229600" cy="320040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0080" y="60350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协作：GLM 5.2 (Trae) · GPT-5.6 Sol / Claude Fable 5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 · 智能标讯助手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徐浚钊  ·  王祯明  ·  标小智  ·  135****8907@163.com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GOAI 世界人工智能开源大赛 · AI+金融方向  · 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github.com/tlyyxjz/BidAgent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BidAgent 智能标讯助手</dc:title>
  <dc:subject>GOAI 世界人工智能开源大赛 · AI+金融方向</dc:subject>
  <dc:creator>徐浚钊</dc:creator>
  <cp:lastModifiedBy>徐浚钊</cp:lastModifiedBy>
  <cp:revision>1</cp:revision>
  <dcterms:created xsi:type="dcterms:W3CDTF">2026-07-28T02:58:59Z</dcterms:created>
  <dcterms:modified xsi:type="dcterms:W3CDTF">2026-07-28T02:58:59Z</dcterms:modified>
</cp:coreProperties>
</file>